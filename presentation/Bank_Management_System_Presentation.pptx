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kumar" userId="e15134cc0c945bdb" providerId="LiveId" clId="{2ABE0526-E7C4-41E7-AD86-D4294807605F}"/>
    <pc:docChg chg="modSld">
      <pc:chgData name="harsh kumar" userId="e15134cc0c945bdb" providerId="LiveId" clId="{2ABE0526-E7C4-41E7-AD86-D4294807605F}" dt="2026-07-26T20:31:18.718" v="104" actId="20577"/>
      <pc:docMkLst>
        <pc:docMk/>
      </pc:docMkLst>
      <pc:sldChg chg="modSp mod">
        <pc:chgData name="harsh kumar" userId="e15134cc0c945bdb" providerId="LiveId" clId="{2ABE0526-E7C4-41E7-AD86-D4294807605F}" dt="2026-07-26T20:31:18.718" v="104" actId="20577"/>
        <pc:sldMkLst>
          <pc:docMk/>
          <pc:sldMk cId="0" sldId="256"/>
        </pc:sldMkLst>
        <pc:spChg chg="mod">
          <ac:chgData name="harsh kumar" userId="e15134cc0c945bdb" providerId="LiveId" clId="{2ABE0526-E7C4-41E7-AD86-D4294807605F}" dt="2026-07-26T20:31:18.718" v="104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harsh kumar" userId="e15134cc0c945bdb" providerId="LiveId" clId="{2ABE0526-E7C4-41E7-AD86-D4294807605F}" dt="2026-07-26T20:30:51.371" v="84" actId="20577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4670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F3864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F3864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413248" y="1005840"/>
            <a:ext cx="1371600" cy="137160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13248" y="10058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MANAGEMENT 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9C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Capstone Project in Data Structures &amp; Algorithms (C)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77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• Stack • Queue • Sorting • Searching • Recursion • File Handling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80560" y="4663440"/>
            <a:ext cx="3200400" cy="0"/>
          </a:xfrm>
          <a:prstGeom prst="line">
            <a:avLst/>
          </a:prstGeom>
          <a:noFill/>
          <a:ln w="12700">
            <a:solidFill>
              <a:srgbClr val="A9C4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48920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300" dirty="0">
                <a:solidFill>
                  <a:srgbClr val="CB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KUMAR CHAUHAN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3035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60020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poorly structured bank record-keeping makes it slow to search customers, error-prone to track balances, and hard to review recent transactions or process loan requests fairly.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Users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7091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Clerks  •  Branch Administrators  •  Loan Officers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583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315200" y="1874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51460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 Bank Management System that stores accounts in a BST for efficient search, uses a Stack to undo the last transaction, and a Queue to process loan requests fairly (FIFO).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480560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account lookup (O(log n))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83680" y="4809744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transactions with Undo support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5138928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ordered loan processing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546811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persists across sessions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" y="175564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store new bank accounts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26280" y="1755648"/>
            <a:ext cx="457200" cy="457200"/>
          </a:xfrm>
          <a:prstGeom prst="ellipse">
            <a:avLst/>
          </a:prstGeom>
          <a:solidFill>
            <a:srgbClr val="A9C4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2628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6916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and withdraw funds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8275320" y="175564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27532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69680" y="169164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account by number (BST)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77240" y="3310128"/>
            <a:ext cx="457200" cy="457200"/>
          </a:xfrm>
          <a:prstGeom prst="ellipse">
            <a:avLst/>
          </a:prstGeom>
          <a:solidFill>
            <a:srgbClr val="A9C4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7724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24612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account by name (Linear Search)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29768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324612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accounts sorted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46720" y="310896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275320" y="3310128"/>
            <a:ext cx="457200" cy="457200"/>
          </a:xfrm>
          <a:prstGeom prst="ellipse">
            <a:avLst/>
          </a:prstGeom>
          <a:solidFill>
            <a:srgbClr val="A9C4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7532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69680" y="324612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Top Balance report (Sorting)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77240" y="486460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77240" y="4864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00" y="48006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an account safely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97680" y="46634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526280" y="4864608"/>
            <a:ext cx="457200" cy="457200"/>
          </a:xfrm>
          <a:prstGeom prst="ellipse">
            <a:avLst/>
          </a:prstGeom>
          <a:solidFill>
            <a:srgbClr val="A9C4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526280" y="4864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20640" y="48006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last transaction (Stack)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046720" y="466344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8275320" y="4864608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8275320" y="48646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69680" y="4800600"/>
            <a:ext cx="2651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loan requests (Queue)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937760" y="150876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3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937760" y="15087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 (Menu)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80760" y="2057400"/>
            <a:ext cx="0" cy="32004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937760" y="237744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93776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bst.c (BST)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2926080"/>
            <a:ext cx="0" cy="32004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A9C4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stack.c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(Undo)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88920" y="352044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788920" y="35204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queue.c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(Loan Requests)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120640" y="352044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A9C4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120640" y="35204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sort_search.c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(Reports)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52360" y="352044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A9C4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52360" y="3520440"/>
            <a:ext cx="2057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file_ops.c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(Persistence)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463040" y="3246120"/>
            <a:ext cx="0" cy="27432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463040" y="3246120"/>
            <a:ext cx="7452360" cy="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463040" y="3246120"/>
            <a:ext cx="0" cy="27432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813048" y="3246120"/>
            <a:ext cx="0" cy="27432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44768" y="3246120"/>
            <a:ext cx="0" cy="27432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476488" y="3246120"/>
            <a:ext cx="0" cy="27432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080760" y="4297680"/>
            <a:ext cx="0" cy="365760"/>
          </a:xfrm>
          <a:prstGeom prst="line">
            <a:avLst/>
          </a:prstGeom>
          <a:noFill/>
          <a:ln w="19050">
            <a:solidFill>
              <a:srgbClr val="5B6675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937760" y="470916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37760" y="4709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sample-data/bank_data.txt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Modules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2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Menu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User-friendly menu-driven console application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 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Search, Update (deposit/withdraw),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BST search by account no.; Linear search by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 for the Top Balance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storage between runs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Undo (Stack)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the most recent transaction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processing of pending loan requests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summary via recursion (count + total balance)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&amp; Algorithms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668780" y="169164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6687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storage, recursive ops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14630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03420" y="169164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0342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last transaction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14630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7338060" y="169164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3806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9224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loan requests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89720" y="146304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172700" y="169164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17270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2688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Bubble Sort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0" y="278892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Balance report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" y="3657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668780" y="388620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66878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2960" y="4617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Search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20440" y="3657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503420" y="388620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0342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657600" y="4617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insert/search/delete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3657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338060" y="388620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33806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492240" y="4617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Handling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9224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89720" y="3657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10172700" y="3886200"/>
            <a:ext cx="640080" cy="64008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0172700" y="3886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9326880" y="4617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Memory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326880" y="498348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C4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malloc/free per BST node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Demonstration</a:t>
            </a:r>
            <a:endParaRPr lang="en-US" sz="3000" dirty="0"/>
          </a:p>
        </p:txBody>
      </p:sp>
      <p:pic>
        <p:nvPicPr>
          <p:cNvPr id="3" name="Image 0" descr="/home/claude/BankManagementSystem/screenshots/screenshot_1_create_displa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00200"/>
            <a:ext cx="5394960" cy="4572000"/>
          </a:xfrm>
          <a:prstGeom prst="rect">
            <a:avLst/>
          </a:prstGeom>
        </p:spPr>
      </p:pic>
      <p:pic>
        <p:nvPicPr>
          <p:cNvPr id="4" name="Image 1" descr="/home/claude/BankManagementSystem/screenshots/screenshot_3_top_balance_repor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1600200"/>
            <a:ext cx="5486400" cy="4572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2179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Display Accounts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172200" y="6217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Balance Report (Sorting)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Analysis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/ Search /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avg, O(n) worst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In-order 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by 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Balance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Bubble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/ Pop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 / Dequeue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/ 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+ BST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/ O(n 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number of accounts; h = height of the BST (O(log n) balanced, O(n) worst case)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 Outcomes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BST deletion with two children correctly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recursion stack depth reasonable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7490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clean Stack/Queue boundaries (full/empty)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Synchronizing file data with the in-memory BST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37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19456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BST to a real search/storage problem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37960" y="29718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Stack vs Queue through Undo vs FIFO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374904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recursion beyond textbook examples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4526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●"/>
            </a:pPr>
            <a:r>
              <a:rPr lang="en-US" sz="12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reason about time/space complexity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1323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BankManagementSystem/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include/bank.h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src/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main.c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bst.c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sort_search.c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stack.c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queue.c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file_ops.c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docs/complexity_analysis.md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report/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presentation/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screenshots/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sample-data/bank_data.txt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README.md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LICENSE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4EC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`-- Makefile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080760" y="1828800"/>
            <a:ext cx="365760" cy="365760"/>
          </a:xfrm>
          <a:prstGeom prst="ellipse">
            <a:avLst/>
          </a:prstGeom>
          <a:solidFill>
            <a:srgbClr val="A9C4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80760" y="1828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6583680" y="175564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repository, complete source + commit history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2697480"/>
            <a:ext cx="365760" cy="365760"/>
          </a:xfrm>
          <a:prstGeom prst="ellipse">
            <a:avLst/>
          </a:prstGeom>
          <a:solidFill>
            <a:srgbClr val="A9C4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8076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583680" y="262432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setup, DSA concepts, and screenshots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3566160"/>
            <a:ext cx="365760" cy="365760"/>
          </a:xfrm>
          <a:prstGeom prst="ellipse">
            <a:avLst/>
          </a:prstGeom>
          <a:solidFill>
            <a:srgbClr val="A9C4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807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6583680" y="349300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Makefile for a one-command build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4434840"/>
            <a:ext cx="365760" cy="365760"/>
          </a:xfrm>
          <a:prstGeom prst="ellipse">
            <a:avLst/>
          </a:prstGeom>
          <a:solidFill>
            <a:srgbClr val="A9C4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08076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6583680" y="43616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included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Self-balancing tree (AVL) for guaranteed O(log 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28232" y="178308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28232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7086600" y="169164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for O(1) average account lookup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13232" y="288036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3232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1371600" y="278892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/ Quick Sort for large account volumes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26974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28232" y="288036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28232" y="2880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7086600" y="278892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undo using a larger/linked stack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713232" y="397764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3232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1371600" y="38862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User Interface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379476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1F386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428232" y="397764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28232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7086600" y="388620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(SQLite / MySQL)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6576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Management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F3864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1F3864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Answers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937760" y="3566160"/>
            <a:ext cx="2286000" cy="0"/>
          </a:xfrm>
          <a:prstGeom prst="line">
            <a:avLst/>
          </a:prstGeom>
          <a:noFill/>
          <a:ln w="12700">
            <a:solidFill>
              <a:srgbClr val="A9C4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832</Words>
  <Application>Microsoft Office PowerPoint</Application>
  <PresentationFormat>Widescreen</PresentationFormat>
  <Paragraphs>215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 kumar</cp:lastModifiedBy>
  <cp:revision>1</cp:revision>
  <dcterms:created xsi:type="dcterms:W3CDTF">2026-07-26T18:48:37Z</dcterms:created>
  <dcterms:modified xsi:type="dcterms:W3CDTF">2026-07-26T20:31:19Z</dcterms:modified>
</cp:coreProperties>
</file>